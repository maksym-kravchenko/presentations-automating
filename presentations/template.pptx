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1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38" d="100"/>
          <a:sy n="138" d="100"/>
        </p:scale>
        <p:origin x="792" y="11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250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973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474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329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410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64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572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386193"/>
            <a:ext cx="3385156" cy="41448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174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457200"/>
            <a:ext cx="6447501" cy="288428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783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523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473798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7936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24133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7706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9939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457200"/>
            <a:ext cx="978557" cy="3938588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539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9676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A1CD10D-5FC8-4313-8187-847D9A48DF50}"/>
              </a:ext>
            </a:extLst>
          </p:cNvPr>
          <p:cNvSpPr txBox="1"/>
          <p:nvPr/>
        </p:nvSpPr>
        <p:spPr>
          <a:xfrm>
            <a:off x="755072" y="145472"/>
            <a:ext cx="444731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TEST AG</a:t>
            </a:r>
            <a:endParaRPr lang="uk-UA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65D08-1635-4E3F-8EA1-8B486A7EF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237A0-85EC-4896-8D7D-1E7076EA8E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E0C23C-1F5B-4F79-80A2-60DFDBC03849}"/>
              </a:ext>
            </a:extLst>
          </p:cNvPr>
          <p:cNvSpPr txBox="1"/>
          <p:nvPr/>
        </p:nvSpPr>
        <p:spPr>
          <a:xfrm>
            <a:off x="69272" y="55418"/>
            <a:ext cx="1517073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TEST AG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266708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D4C5D-1D09-44C7-82D7-021BDBBA1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61743-0C35-40C7-A863-52763BFE96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4F2190-B637-41A8-8910-2E7F31C5D712}"/>
              </a:ext>
            </a:extLst>
          </p:cNvPr>
          <p:cNvSpPr txBox="1"/>
          <p:nvPr/>
        </p:nvSpPr>
        <p:spPr>
          <a:xfrm>
            <a:off x="69272" y="55418"/>
            <a:ext cx="1517073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TEST AG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608436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76AD1-5A60-468E-9110-6D44AC958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94D57-0916-4CA5-8495-41E7BBEFB0F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7E5A95-B1C1-484D-AFA6-49DFD443259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BED5FA-DE82-45B4-B4A8-642BF1561BC1}"/>
              </a:ext>
            </a:extLst>
          </p:cNvPr>
          <p:cNvSpPr txBox="1"/>
          <p:nvPr/>
        </p:nvSpPr>
        <p:spPr>
          <a:xfrm>
            <a:off x="69272" y="55418"/>
            <a:ext cx="1517073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TEST AG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700837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72ECE-AF80-4B9E-8F85-8D26995CD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7F1839-2B3D-403E-99FD-932B1C93838C}"/>
              </a:ext>
            </a:extLst>
          </p:cNvPr>
          <p:cNvSpPr txBox="1"/>
          <p:nvPr/>
        </p:nvSpPr>
        <p:spPr>
          <a:xfrm>
            <a:off x="69272" y="55418"/>
            <a:ext cx="1517073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TEST AG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13013107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Custom 1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10</Words>
  <Application>Microsoft Office PowerPoint</Application>
  <PresentationFormat>On-screen Show (16:9)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about XXX</dc:title>
  <dc:subject>Presentation about XXX</dc:subject>
  <dc:creator>Your Name</dc:creator>
  <cp:keywords/>
  <cp:lastModifiedBy>Maksym Kravchenko</cp:lastModifiedBy>
  <cp:revision>1</cp:revision>
  <dcterms:created xsi:type="dcterms:W3CDTF">2026-05-10T20:22:32Z</dcterms:created>
  <dcterms:modified xsi:type="dcterms:W3CDTF">2026-05-10T20:28:36Z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mpany">
    <vt:lpwstr>Your Firm/School/Uni</vt:lpwstr>
  </property>
  <property fmtid="{D5CDD505-2E9C-101B-9397-08002B2CF9AE}" pid="3" name="date">
    <vt:lpwstr>xx.xx.202x</vt:lpwstr>
  </property>
  <property fmtid="{D5CDD505-2E9C-101B-9397-08002B2CF9AE}" pid="4" name="highlighter">
    <vt:lpwstr>shiki</vt:lpwstr>
  </property>
  <property fmtid="{D5CDD505-2E9C-101B-9397-08002B2CF9AE}" pid="5" name="lineNumbers">
    <vt:lpwstr>True</vt:lpwstr>
  </property>
  <property fmtid="{D5CDD505-2E9C-101B-9397-08002B2CF9AE}" pid="6" name="mdc">
    <vt:lpwstr>True</vt:lpwstr>
  </property>
  <property fmtid="{D5CDD505-2E9C-101B-9397-08002B2CF9AE}" pid="7" name="theme">
    <vt:lpwstr>default</vt:lpwstr>
  </property>
  <property fmtid="{D5CDD505-2E9C-101B-9397-08002B2CF9AE}" pid="8" name="transition">
    <vt:lpwstr>slide-left</vt:lpwstr>
  </property>
</Properties>
</file>